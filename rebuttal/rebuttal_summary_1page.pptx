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ICCAD 2026 #707  Rebuttal 工作总结</a:t>
            </a:r>
          </a:p>
          <a:p>
            <a:r>
              <a:rPr sz="1100" i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Measured Layer Sensitivity Guides Mixed-Precision ADC Allocation for CIM-Based LLM Inference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475720" cy="489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514600"/>
                <a:gridCol w="6080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审稿人核心质疑</a:t>
                      </a:r>
                    </a:p>
                  </a:txBody>
                  <a:tcPr anchor="ctr" marL="73152" marR="73152" marT="27432" marB="27432">
                    <a:solidFill>
                      <a:srgbClr val="2E5B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补充实验</a:t>
                      </a:r>
                    </a:p>
                  </a:txBody>
                  <a:tcPr anchor="ctr" marL="73152" marR="73152" marT="27432" marB="27432">
                    <a:solidFill>
                      <a:srgbClr val="2E5B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关键结果</a:t>
                      </a:r>
                    </a:p>
                  </a:txBody>
                  <a:tcPr anchor="ctr" marL="73152" marR="73152" marT="27432" marB="27432">
                    <a:solidFill>
                      <a:srgbClr val="2E5B9A"/>
                    </a:solidFill>
                  </a:tcPr>
                </a:tc>
              </a:tr>
              <a:tr h="74675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机理只是定性假设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707A-W1 · 707C-W2/C3/Q2 · 707D-W3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5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解析分解 + 诊断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Table S4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D_gran ×4.06 / D_ovl ×1.00;局部误差跨度 740× → 输出漂移仅 1.6×(解耦)⇒ 必须直接测 ΔPPL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 不可用(PPL 36→300)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707C-C7 · 707D-W1/C1/Q1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5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OPT-125M 可用工作点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max-clip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 INT8 几乎无损(42.5→42.5);max-clip 8b → PPL 93;Wfc2 最敏感、FFN ≫ attention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</a:tr>
              <a:tr h="74675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缺现代模型完整流程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707A-W2 · 707C-C8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5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Qwen2-7B 完整 profiling→ILP→PPA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Table S3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省 34% ADC 面积+能耗 @ +1.8% PPL;下游 PIQA/BoolQ 差 ~1.6pp;proxy-blind → PPL 1938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PPL 作优化信号是否稳健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707C-C2/Q1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5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 级 NLL 重算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Table S1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逐组排序 Spearman ρ = 1.0,ILP 分配完全不变(PPL=exp(NLL) 单调,可证)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</a:tr>
              <a:tr h="74675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排序鲁棒性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707A-W1 · 707C-Q2 · 707D-W3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5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探针深度 × 种子扫描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Table S2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FFN &gt; attention 在 7/9 设置成立;7→4 探针下 ≈ 11×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74675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ADC 实现 / 硬件开销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707B-W1 · 707D-W2/Q2/Q3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5B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实现细节 + 开销澄清</a:t>
                      </a:r>
                    </a:p>
                    <a:p>
                      <a:pPr algn="l"/>
                      <a:r>
                        <a:rPr sz="850">
                          <a:solidFill>
                            <a:srgbClr val="6B6B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CR-4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45nm / MLSA / 128×128 RRAM;group 级无额外 mux/路由/时序,仅 per-array 位宽寄存器</a:t>
                      </a:r>
                    </a:p>
                  </a:txBody>
                  <a:tcPr anchor="ctr" marL="73152" marR="73152" marT="27432" marB="27432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199632"/>
            <a:ext cx="11475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结论:三类核心质疑(机理定性 · baseline 不可用 · 缺现代模型与硬件细节)全部转化为新证据 —— 逐条有据、与论文自洽、诚实可复现。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